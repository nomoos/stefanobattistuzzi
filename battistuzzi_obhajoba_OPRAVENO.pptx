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306" r:id="rId4"/>
    <p:sldId id="300" r:id="rId5"/>
    <p:sldId id="304" r:id="rId6"/>
    <p:sldId id="305" r:id="rId7"/>
    <p:sldId id="301" r:id="rId8"/>
    <p:sldId id="302" r:id="rId9"/>
    <p:sldId id="303" r:id="rId10"/>
    <p:sldId id="285" r:id="rId11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1F6F6-3906-40E4-BA2F-DF0B40F90546}" v="2" dt="2023-09-19T11:25:18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4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225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2ED06-E052-C687-5853-195CA33D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C003D-B637-BAD3-E53B-C942D3FB6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85590-D167-0B03-6253-9E90299AC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413FC-5392-57F1-791A-548451A94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12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69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78136-575A-4C11-10CC-1FD48F6DB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C35E1-A894-9FD3-DBE7-32FDEE1FE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905B3-A7E6-AEAB-2D81-09B199863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193D1-1251-9EB5-7279-21228E090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06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DE7E9-DA24-A7AC-996D-13EB54496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D1F56-7409-8DE1-F062-81FC5D8AB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6381C-8215-4D2C-D404-3383D1261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DD214-0A4D-094B-8443-210F7FA08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12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39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11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874559" y="11887200"/>
            <a:ext cx="4242330" cy="1066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18874559" y="11887200"/>
            <a:ext cx="4242330" cy="1066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17307646" y="11351684"/>
            <a:ext cx="5352222" cy="65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E31E2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Vedoucí práce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051515" y="12003617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Ing. Dalibor Slovák Ph.D., </a:t>
            </a:r>
            <a:r>
              <a:rPr lang="cs-CZ" sz="3200" dirty="0" err="1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dipl</a:t>
            </a: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 um.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254" y="11684000"/>
            <a:ext cx="3810476" cy="1270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355" y="11685163"/>
            <a:ext cx="271831" cy="271797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039" y="11704123"/>
            <a:ext cx="229255" cy="510067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0734" y="11969778"/>
            <a:ext cx="983840" cy="982756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6540" y="11970043"/>
            <a:ext cx="983145" cy="982762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4194" y="11972054"/>
            <a:ext cx="825107" cy="980511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7911" y="11984636"/>
            <a:ext cx="456197" cy="94812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6666" y="11993942"/>
            <a:ext cx="230520" cy="938817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sp>
        <p:nvSpPr>
          <p:cNvPr id="19" name="Shape 6"/>
          <p:cNvSpPr/>
          <p:nvPr/>
        </p:nvSpPr>
        <p:spPr>
          <a:xfrm>
            <a:off x="2032254" y="1270000"/>
            <a:ext cx="18671334" cy="603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7"/>
          <p:cNvSpPr/>
          <p:nvPr/>
        </p:nvSpPr>
        <p:spPr>
          <a:xfrm>
            <a:off x="2032254" y="2246387"/>
            <a:ext cx="19264074" cy="5164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0"/>
              </a:lnSpc>
            </a:pPr>
            <a:r>
              <a:rPr lang="cs-CZ" sz="14000" b="1" dirty="0">
                <a:solidFill>
                  <a:srgbClr val="141414">
                    <a:alpha val="100000"/>
                  </a:srgbClr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Webový portál</a:t>
            </a:r>
            <a:endParaRPr lang="en-US" sz="14000" b="1" dirty="0"/>
          </a:p>
        </p:txBody>
      </p:sp>
      <p:sp>
        <p:nvSpPr>
          <p:cNvPr id="21" name="Text 8"/>
          <p:cNvSpPr/>
          <p:nvPr/>
        </p:nvSpPr>
        <p:spPr>
          <a:xfrm>
            <a:off x="2032254" y="7559780"/>
            <a:ext cx="18883027" cy="1164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0"/>
              </a:lnSpc>
            </a:pPr>
            <a:r>
              <a:rPr lang="cs-CZ" sz="5300" dirty="0">
                <a:solidFill>
                  <a:srgbClr val="141414">
                    <a:alpha val="10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Stefano Battistuzzi</a:t>
            </a:r>
            <a:endParaRPr lang="en-US" sz="5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Úvod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Webový portál pro organizaci autosrazů „CarzMeetz"</a:t>
            </a:r>
            <a:r>
              <a:rPr lang="cs-CZ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cs-CZ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Cíl práce: tvorba moderního webového portálu pro komunitu automobilových nadšenců</a:t>
            </a: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Vyvinuto v jazyce PHP s databází SQLite, IDE PhpStorm</a:t>
            </a:r>
            <a:r>
              <a:rPr lang="cs-CZ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15508-CD7E-E556-D708-63323328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AF36DD-2BC0-F583-5580-E4A2690D6E5A}"/>
              </a:ext>
            </a:extLst>
          </p:cNvPr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F1A445-F282-B263-BD87-B4E3984D9D6D}"/>
              </a:ext>
            </a:extLst>
          </p:cNvPr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D885B9-4F05-13F7-B8D0-1CD8B35C47F8}"/>
              </a:ext>
            </a:extLst>
          </p:cNvPr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B3491F3-8074-997E-7AF3-B6B36C1CDDAF}"/>
              </a:ext>
            </a:extLst>
          </p:cNvPr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5AFE5DA-E417-61D7-0B34-8665CFA18FEE}"/>
              </a:ext>
            </a:extLst>
          </p:cNvPr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730819B-CB6D-668F-4457-5D14E1E0EB5C}"/>
              </a:ext>
            </a:extLst>
          </p:cNvPr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E66D639-6A20-97F0-4710-359A75B0B5FF}"/>
              </a:ext>
            </a:extLst>
          </p:cNvPr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F6D8A0C-BACA-D413-6232-FB0DABB5B7DF}"/>
              </a:ext>
            </a:extLst>
          </p:cNvPr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Tvorba</a:t>
            </a:r>
            <a:endParaRPr lang="en-US" sz="7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08E1840-C7F6-9238-5DD1-F84184E288A3}"/>
              </a:ext>
            </a:extLst>
          </p:cNvPr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EA15E37-0BAB-8CFB-78BE-EB0939776F65}"/>
              </a:ext>
            </a:extLst>
          </p:cNvPr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Vizualizace layoutu a designu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Tvorba základní struktury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Implementace designu</a:t>
            </a:r>
          </a:p>
          <a:p>
            <a:pPr algn="just">
              <a:lnSpc>
                <a:spcPct val="150000"/>
              </a:lnSpc>
            </a:pPr>
            <a:endParaRPr lang="cs-CZ" sz="3200" b="1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Návrh databáze a responzivity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Testování funkčnosti</a:t>
            </a:r>
          </a:p>
          <a:p>
            <a:pPr algn="just">
              <a:lnSpc>
                <a:spcPct val="150000"/>
              </a:lnSpc>
            </a:pPr>
            <a:endParaRPr lang="cs-CZ" sz="3200" b="1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b="1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endParaRPr lang="en-US" sz="3200" b="1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1B18F12-5B6C-3425-E032-244A0A7D8A96}"/>
              </a:ext>
            </a:extLst>
          </p:cNvPr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05CBF44E-4662-C4B8-CB58-866DBE9ED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EBC9E1AB-4D57-AA91-2BE0-63036D27E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F57D241C-6D8D-9BFA-E568-680745376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>
            <a:extLst>
              <a:ext uri="{FF2B5EF4-FFF2-40B4-BE49-F238E27FC236}">
                <a16:creationId xmlns:a16="http://schemas.microsoft.com/office/drawing/2014/main" id="{34F1F094-8401-8E21-E8DF-14F78AC34413}"/>
              </a:ext>
            </a:extLst>
          </p:cNvPr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A768E8CF-9759-3BA6-0CCA-916E784394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497DE43E-14A9-3D6A-18ED-E3F7486E66B6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2809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12707874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Charakteristika tématu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Webový portál pro automobilovou komunitu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Sdílení informací o průběhu a pořádání </a:t>
            </a:r>
            <a:r>
              <a:rPr lang="cs-CZ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autosrazů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Registrace a správa uživatelů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Moderní a responzivní web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Umístění projektu na hosting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8344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4D1ED-15CB-BEFC-FB29-0806F370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45F0C6-917C-BFF4-F536-80CEAF864733}"/>
              </a:ext>
            </a:extLst>
          </p:cNvPr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DF4A8C-7788-8720-1A00-DD9279914EB3}"/>
              </a:ext>
            </a:extLst>
          </p:cNvPr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64BE87-1138-4E87-E00E-E5C785076AB2}"/>
              </a:ext>
            </a:extLst>
          </p:cNvPr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51A626-7FD9-6074-CF94-BCA303980A71}"/>
              </a:ext>
            </a:extLst>
          </p:cNvPr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4B8863-DB3A-762F-7B7C-C92B1C3E5681}"/>
              </a:ext>
            </a:extLst>
          </p:cNvPr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4BA2E6-2A02-82B9-8DF2-85E37FB920C7}"/>
              </a:ext>
            </a:extLst>
          </p:cNvPr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ED731EA-5928-D201-3A43-3D56B0C0B1ED}"/>
              </a:ext>
            </a:extLst>
          </p:cNvPr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B029EA-C116-9293-9838-FCE3139B758B}"/>
              </a:ext>
            </a:extLst>
          </p:cNvPr>
          <p:cNvSpPr/>
          <p:nvPr/>
        </p:nvSpPr>
        <p:spPr>
          <a:xfrm>
            <a:off x="2032254" y="2074635"/>
            <a:ext cx="12707874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Analýza a metody</a:t>
            </a:r>
            <a:endParaRPr lang="en-US" sz="7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9D8A473-ACAF-2413-BB85-A134E9B99C90}"/>
              </a:ext>
            </a:extLst>
          </p:cNvPr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9E42E3F-B883-677D-F065-BA82D06B8A05}"/>
              </a:ext>
            </a:extLst>
          </p:cNvPr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Srovnávací analýza konkurence (Srazy.info, FB skupiny)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Rešerše požadavků komunity nadšenců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Iterativní implementace MVP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Manuální testování všech stránek a responzivity (Chrome DevTools)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Validace HTML přes W3C validátor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447AFDA-F9D4-CD79-8C2D-4A9A33FD2169}"/>
              </a:ext>
            </a:extLst>
          </p:cNvPr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245F09E6-0B31-2A29-B518-F7083011C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3797FCB3-0A0A-CA7A-DF96-1960BB184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21FD9DFD-50FC-63C2-3062-FC5C91570D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>
            <a:extLst>
              <a:ext uri="{FF2B5EF4-FFF2-40B4-BE49-F238E27FC236}">
                <a16:creationId xmlns:a16="http://schemas.microsoft.com/office/drawing/2014/main" id="{C8383EA1-6591-A21E-A203-22681DE3DE22}"/>
              </a:ext>
            </a:extLst>
          </p:cNvPr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2A0E8F2A-6228-7753-A990-9F6A1E028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BA675E7F-C3C8-A6D1-4F0D-5821A89467E2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5558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790A9-0D18-E135-32C7-5640EFFD7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E715E0-AA77-AAB4-6018-2BA28E83A5FA}"/>
              </a:ext>
            </a:extLst>
          </p:cNvPr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5B3166-3709-3735-EABC-62FD79937F6C}"/>
              </a:ext>
            </a:extLst>
          </p:cNvPr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1C3AFB-6925-78BE-CE5C-1772EF317E0C}"/>
              </a:ext>
            </a:extLst>
          </p:cNvPr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28178F0-BE95-AA57-AE34-E8CA968E847D}"/>
              </a:ext>
            </a:extLst>
          </p:cNvPr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5FA80C-3643-EB49-D910-76F0C3EA045A}"/>
              </a:ext>
            </a:extLst>
          </p:cNvPr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96BB59F-6768-C839-F077-DAA9952ACB9F}"/>
              </a:ext>
            </a:extLst>
          </p:cNvPr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21EB474-0C6B-9E96-1624-F43106C541FC}"/>
              </a:ext>
            </a:extLst>
          </p:cNvPr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2D848F-4BE5-C4A1-D060-249F7039EB48}"/>
              </a:ext>
            </a:extLst>
          </p:cNvPr>
          <p:cNvSpPr/>
          <p:nvPr/>
        </p:nvSpPr>
        <p:spPr>
          <a:xfrm>
            <a:off x="2032254" y="2074635"/>
            <a:ext cx="12707874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Použité analytické metody</a:t>
            </a:r>
            <a:endParaRPr lang="en-US" sz="7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4C9A7DE-451C-13D8-8896-B764DE13486A}"/>
              </a:ext>
            </a:extLst>
          </p:cNvPr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3497362-2A49-2C44-F220-57C41FE010BB}"/>
              </a:ext>
            </a:extLst>
          </p:cNvPr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Srovnávací analýza konkurenčních platforem (Srazy.info, FB skupiny)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Rešerše komunitních požadavků — neformální dotazování v komunitě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Iterativní implementace MVP s manuálním testováním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Volba kvalitativních metod — vhodné pro komunitní projekt menšího rozsahu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9C1C59F-EDEF-F503-EC4F-2739A11F1591}"/>
              </a:ext>
            </a:extLst>
          </p:cNvPr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0CE3F4D9-60BB-8FDD-9666-386FB62C2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721F3425-4D4A-86DA-6A2E-53D5AA0E9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1B48340A-C843-4982-B008-2F8240339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>
            <a:extLst>
              <a:ext uri="{FF2B5EF4-FFF2-40B4-BE49-F238E27FC236}">
                <a16:creationId xmlns:a16="http://schemas.microsoft.com/office/drawing/2014/main" id="{F6273967-9283-00D3-7201-3F2B93B7B6C1}"/>
              </a:ext>
            </a:extLst>
          </p:cNvPr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8584FD03-CFB7-39F1-17BA-9369F53F7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0BF5C0A2-497F-7A8B-F617-7163D1874CF7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98597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Projektové řešení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Architektura: procedurální PHP + PDO + SQLite, bez frameworku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Bezpečnost: password_hash() bcrypt + prepared statements + htmlspecialchars()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Frontend: responzivní design (mobile-first), hamburger menu pod 768 px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Hosting: euweb.cz, dostupné na carzmeetz.euweb.cz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 produkci: Laravel, PostgreSQL + PostGIS, HTTPS, CSRF, logout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6830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Závěr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Stanovil jsem si cíle, které jsem byl schopen dokončit.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Naučil jsem se pracovat samostatně na větším projektu a obohatilo mě to ve vědomostech o webových technologiích a databázích.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 budoucí použití by bylo nutné doplnit HTTPS, CSRF tokeny a odhlášení uživatele.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Osobním přínosem je vlastní implementace celého stacku bez frameworku — hluboké porozumění tomu, jak weby fungují.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</a:p>
          <a:p>
            <a:pPr algn="just">
              <a:lnSpc>
                <a:spcPts val="4200"/>
              </a:lnSpc>
            </a:pPr>
            <a:endParaRPr lang="en-US" sz="38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28873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Otázky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 přesně funguje registrace a přihlášení uživatele včetně uložení hesla? → bcrypt + prepared statements + PHP session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Proč byl zvolen SQLite a jaké jsou výhody a limity této databáze? → embedded, zero-config, write-locking limit</a:t>
            </a:r>
            <a:r>
              <a:rPr lang="cs-CZ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/>
            </a: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Jaké bezpečnostní prvky bych do aplikace doplnil pro reálný provoz? → HTTPS, CSRF, rate limit, verifikace e-mailu, logout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Jakou by mělo výhodu využití jiné databáze? → PostgreSQL + PostGIS pro mapu autosrazů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Proč nebyla použita žádná moderní knihovna/framework? → vědomá volba pro pochopení principů, pro produkci Laravel</a:t>
            </a: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ts val="4200"/>
              </a:lnSpc>
            </a:pPr>
            <a:endParaRPr lang="en-US" sz="38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0456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9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2794349" y="5105400"/>
            <a:ext cx="18798350" cy="349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3"/>
          <p:cNvSpPr/>
          <p:nvPr/>
        </p:nvSpPr>
        <p:spPr>
          <a:xfrm>
            <a:off x="2497979" y="5105400"/>
            <a:ext cx="19391090" cy="287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000"/>
              </a:lnSpc>
            </a:pPr>
            <a:r>
              <a:rPr lang="en-US" sz="14000" dirty="0">
                <a:solidFill>
                  <a:srgbClr val="141414">
                    <a:alpha val="100000"/>
                  </a:srgbClr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Děkuji za pozornost</a:t>
            </a:r>
            <a:endParaRPr lang="en-US" sz="14000" dirty="0"/>
          </a:p>
        </p:txBody>
      </p:sp>
      <p:sp>
        <p:nvSpPr>
          <p:cNvPr id="10" name="Text 4"/>
          <p:cNvSpPr/>
          <p:nvPr/>
        </p:nvSpPr>
        <p:spPr>
          <a:xfrm>
            <a:off x="2688503" y="7645400"/>
            <a:ext cx="19010043" cy="1164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0"/>
              </a:lnSpc>
            </a:pPr>
            <a:r>
              <a:rPr lang="cs-CZ" sz="5000" dirty="0">
                <a:solidFill>
                  <a:srgbClr val="141414">
                    <a:alpha val="10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Stefano Battistuzzi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1813</TotalTime>
  <Words>386</Words>
  <Application>Microsoft Office PowerPoint</Application>
  <PresentationFormat>Vlastní</PresentationFormat>
  <Paragraphs>87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6" baseType="lpstr">
      <vt:lpstr>Arial</vt:lpstr>
      <vt:lpstr>Poppins Bold</vt:lpstr>
      <vt:lpstr>Poppins Light</vt:lpstr>
      <vt:lpstr>Poppins Medium</vt:lpstr>
      <vt:lpstr>Poppins SemiBold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Stefano Battistuzzi</cp:lastModifiedBy>
  <cp:revision>4</cp:revision>
  <dcterms:created xsi:type="dcterms:W3CDTF">2023-07-13T10:53:51Z</dcterms:created>
  <dcterms:modified xsi:type="dcterms:W3CDTF">2026-05-26T15:00:34Z</dcterms:modified>
</cp:coreProperties>
</file>