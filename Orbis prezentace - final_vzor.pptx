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300" r:id="rId4"/>
    <p:sldId id="301" r:id="rId5"/>
    <p:sldId id="302" r:id="rId6"/>
    <p:sldId id="303" r:id="rId7"/>
    <p:sldId id="285" r:id="rId8"/>
  </p:sldIdLst>
  <p:sldSz cx="24387175" cy="13716000"/>
  <p:notesSz cx="13716000" cy="2438717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B1F6F6-3906-40E4-BA2F-DF0B40F90546}" v="2" dt="2023-09-19T11:25:18.4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47" d="100"/>
          <a:sy n="47" d="100"/>
        </p:scale>
        <p:origin x="29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vlína Bednaříková" userId="d50ed4ae-d8f4-4698-b0d2-305fd56ac343" providerId="ADAL" clId="{0CB1F6F6-3906-40E4-BA2F-DF0B40F90546}"/>
    <pc:docChg chg="undo custSel addSld delSld modSld">
      <pc:chgData name="Pavlína Bednaříková" userId="d50ed4ae-d8f4-4698-b0d2-305fd56ac343" providerId="ADAL" clId="{0CB1F6F6-3906-40E4-BA2F-DF0B40F90546}" dt="2023-09-19T11:41:24.221" v="336" actId="20577"/>
      <pc:docMkLst>
        <pc:docMk/>
      </pc:docMkLst>
      <pc:sldChg chg="modSp mod">
        <pc:chgData name="Pavlína Bednaříková" userId="d50ed4ae-d8f4-4698-b0d2-305fd56ac343" providerId="ADAL" clId="{0CB1F6F6-3906-40E4-BA2F-DF0B40F90546}" dt="2023-09-19T10:08:55.850" v="103" actId="255"/>
        <pc:sldMkLst>
          <pc:docMk/>
          <pc:sldMk cId="0" sldId="256"/>
        </pc:sldMkLst>
        <pc:spChg chg="mod">
          <ac:chgData name="Pavlína Bednaříková" userId="d50ed4ae-d8f4-4698-b0d2-305fd56ac343" providerId="ADAL" clId="{0CB1F6F6-3906-40E4-BA2F-DF0B40F90546}" dt="2023-09-19T10:07:27.250" v="99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Pavlína Bednaříková" userId="d50ed4ae-d8f4-4698-b0d2-305fd56ac343" providerId="ADAL" clId="{0CB1F6F6-3906-40E4-BA2F-DF0B40F90546}" dt="2023-09-19T10:07:41.916" v="102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Pavlína Bednaříková" userId="d50ed4ae-d8f4-4698-b0d2-305fd56ac343" providerId="ADAL" clId="{0CB1F6F6-3906-40E4-BA2F-DF0B40F90546}" dt="2023-09-19T10:05:20.034" v="22" actId="1076"/>
          <ac:spMkLst>
            <pc:docMk/>
            <pc:sldMk cId="0" sldId="256"/>
            <ac:spMk id="20" creationId="{00000000-0000-0000-0000-000000000000}"/>
          </ac:spMkLst>
        </pc:spChg>
        <pc:spChg chg="mod">
          <ac:chgData name="Pavlína Bednaříková" userId="d50ed4ae-d8f4-4698-b0d2-305fd56ac343" providerId="ADAL" clId="{0CB1F6F6-3906-40E4-BA2F-DF0B40F90546}" dt="2023-09-19T10:08:55.850" v="103" actId="255"/>
          <ac:spMkLst>
            <pc:docMk/>
            <pc:sldMk cId="0" sldId="256"/>
            <ac:spMk id="21" creationId="{00000000-0000-0000-0000-000000000000}"/>
          </ac:spMkLst>
        </pc:spChg>
      </pc:sldChg>
      <pc:sldChg chg="addSp delSp modSp mod">
        <pc:chgData name="Pavlína Bednaříková" userId="d50ed4ae-d8f4-4698-b0d2-305fd56ac343" providerId="ADAL" clId="{0CB1F6F6-3906-40E4-BA2F-DF0B40F90546}" dt="2023-09-19T11:38:14.640" v="285" actId="2710"/>
        <pc:sldMkLst>
          <pc:docMk/>
          <pc:sldMk cId="0" sldId="257"/>
        </pc:sldMkLst>
        <pc:spChg chg="mod">
          <ac:chgData name="Pavlína Bednaříková" userId="d50ed4ae-d8f4-4698-b0d2-305fd56ac343" providerId="ADAL" clId="{0CB1F6F6-3906-40E4-BA2F-DF0B40F90546}" dt="2023-09-19T11:21:55.706" v="109" actId="1076"/>
          <ac:spMkLst>
            <pc:docMk/>
            <pc:sldMk cId="0" sldId="257"/>
            <ac:spMk id="9" creationId="{00000000-0000-0000-0000-000000000000}"/>
          </ac:spMkLst>
        </pc:spChg>
        <pc:spChg chg="mod">
          <ac:chgData name="Pavlína Bednaříková" userId="d50ed4ae-d8f4-4698-b0d2-305fd56ac343" providerId="ADAL" clId="{0CB1F6F6-3906-40E4-BA2F-DF0B40F90546}" dt="2023-09-19T11:38:14.640" v="285" actId="2710"/>
          <ac:spMkLst>
            <pc:docMk/>
            <pc:sldMk cId="0" sldId="257"/>
            <ac:spMk id="11" creationId="{00000000-0000-0000-0000-000000000000}"/>
          </ac:spMkLst>
        </pc:spChg>
        <pc:spChg chg="del">
          <ac:chgData name="Pavlína Bednaříková" userId="d50ed4ae-d8f4-4698-b0d2-305fd56ac343" providerId="ADAL" clId="{0CB1F6F6-3906-40E4-BA2F-DF0B40F90546}" dt="2023-09-19T11:22:29.764" v="114" actId="478"/>
          <ac:spMkLst>
            <pc:docMk/>
            <pc:sldMk cId="0" sldId="257"/>
            <ac:spMk id="12" creationId="{00000000-0000-0000-0000-000000000000}"/>
          </ac:spMkLst>
        </pc:spChg>
        <pc:spChg chg="add del mod">
          <ac:chgData name="Pavlína Bednaříková" userId="d50ed4ae-d8f4-4698-b0d2-305fd56ac343" providerId="ADAL" clId="{0CB1F6F6-3906-40E4-BA2F-DF0B40F90546}" dt="2023-09-19T11:25:59.913" v="154" actId="478"/>
          <ac:spMkLst>
            <pc:docMk/>
            <pc:sldMk cId="0" sldId="257"/>
            <ac:spMk id="19" creationId="{6187FFAE-2677-E484-8EFD-94BE7BF759E6}"/>
          </ac:spMkLst>
        </pc:spChg>
        <pc:spChg chg="add mod">
          <ac:chgData name="Pavlína Bednaříková" userId="d50ed4ae-d8f4-4698-b0d2-305fd56ac343" providerId="ADAL" clId="{0CB1F6F6-3906-40E4-BA2F-DF0B40F90546}" dt="2023-09-19T11:32:13.913" v="247" actId="1076"/>
          <ac:spMkLst>
            <pc:docMk/>
            <pc:sldMk cId="0" sldId="257"/>
            <ac:spMk id="20" creationId="{3E33E309-01E3-3DFF-DA6F-148CA072684F}"/>
          </ac:spMkLst>
        </pc:spChg>
      </pc:sldChg>
      <pc:sldChg chg="del">
        <pc:chgData name="Pavlína Bednaříková" userId="d50ed4ae-d8f4-4698-b0d2-305fd56ac343" providerId="ADAL" clId="{0CB1F6F6-3906-40E4-BA2F-DF0B40F90546}" dt="2023-09-19T11:40:18.541" v="307" actId="2696"/>
        <pc:sldMkLst>
          <pc:docMk/>
          <pc:sldMk cId="0" sldId="258"/>
        </pc:sldMkLst>
      </pc:sldChg>
      <pc:sldChg chg="del">
        <pc:chgData name="Pavlína Bednaříková" userId="d50ed4ae-d8f4-4698-b0d2-305fd56ac343" providerId="ADAL" clId="{0CB1F6F6-3906-40E4-BA2F-DF0B40F90546}" dt="2023-09-19T11:40:18.541" v="307" actId="2696"/>
        <pc:sldMkLst>
          <pc:docMk/>
          <pc:sldMk cId="0" sldId="259"/>
        </pc:sldMkLst>
      </pc:sldChg>
      <pc:sldChg chg="del">
        <pc:chgData name="Pavlína Bednaříková" userId="d50ed4ae-d8f4-4698-b0d2-305fd56ac343" providerId="ADAL" clId="{0CB1F6F6-3906-40E4-BA2F-DF0B40F90546}" dt="2023-09-19T11:40:18.541" v="307" actId="2696"/>
        <pc:sldMkLst>
          <pc:docMk/>
          <pc:sldMk cId="0" sldId="260"/>
        </pc:sldMkLst>
      </pc:sldChg>
      <pc:sldChg chg="del">
        <pc:chgData name="Pavlína Bednaříková" userId="d50ed4ae-d8f4-4698-b0d2-305fd56ac343" providerId="ADAL" clId="{0CB1F6F6-3906-40E4-BA2F-DF0B40F90546}" dt="2023-09-19T11:40:18.541" v="307" actId="2696"/>
        <pc:sldMkLst>
          <pc:docMk/>
          <pc:sldMk cId="0" sldId="261"/>
        </pc:sldMkLst>
      </pc:sldChg>
      <pc:sldChg chg="del">
        <pc:chgData name="Pavlína Bednaříková" userId="d50ed4ae-d8f4-4698-b0d2-305fd56ac343" providerId="ADAL" clId="{0CB1F6F6-3906-40E4-BA2F-DF0B40F90546}" dt="2023-09-19T11:40:18.541" v="307" actId="2696"/>
        <pc:sldMkLst>
          <pc:docMk/>
          <pc:sldMk cId="0" sldId="262"/>
        </pc:sldMkLst>
      </pc:sldChg>
      <pc:sldChg chg="del">
        <pc:chgData name="Pavlína Bednaříková" userId="d50ed4ae-d8f4-4698-b0d2-305fd56ac343" providerId="ADAL" clId="{0CB1F6F6-3906-40E4-BA2F-DF0B40F90546}" dt="2023-09-19T11:40:18.541" v="307" actId="2696"/>
        <pc:sldMkLst>
          <pc:docMk/>
          <pc:sldMk cId="0" sldId="263"/>
        </pc:sldMkLst>
      </pc:sldChg>
      <pc:sldChg chg="del">
        <pc:chgData name="Pavlína Bednaříková" userId="d50ed4ae-d8f4-4698-b0d2-305fd56ac343" providerId="ADAL" clId="{0CB1F6F6-3906-40E4-BA2F-DF0B40F90546}" dt="2023-09-19T11:40:18.541" v="307" actId="2696"/>
        <pc:sldMkLst>
          <pc:docMk/>
          <pc:sldMk cId="0" sldId="264"/>
        </pc:sldMkLst>
      </pc:sldChg>
      <pc:sldChg chg="del">
        <pc:chgData name="Pavlína Bednaříková" userId="d50ed4ae-d8f4-4698-b0d2-305fd56ac343" providerId="ADAL" clId="{0CB1F6F6-3906-40E4-BA2F-DF0B40F90546}" dt="2023-09-19T11:40:18.541" v="307" actId="2696"/>
        <pc:sldMkLst>
          <pc:docMk/>
          <pc:sldMk cId="0" sldId="265"/>
        </pc:sldMkLst>
      </pc:sldChg>
      <pc:sldChg chg="del">
        <pc:chgData name="Pavlína Bednaříková" userId="d50ed4ae-d8f4-4698-b0d2-305fd56ac343" providerId="ADAL" clId="{0CB1F6F6-3906-40E4-BA2F-DF0B40F90546}" dt="2023-09-19T11:40:18.541" v="307" actId="2696"/>
        <pc:sldMkLst>
          <pc:docMk/>
          <pc:sldMk cId="0" sldId="266"/>
        </pc:sldMkLst>
      </pc:sldChg>
      <pc:sldChg chg="del">
        <pc:chgData name="Pavlína Bednaříková" userId="d50ed4ae-d8f4-4698-b0d2-305fd56ac343" providerId="ADAL" clId="{0CB1F6F6-3906-40E4-BA2F-DF0B40F90546}" dt="2023-09-19T11:40:18.541" v="307" actId="2696"/>
        <pc:sldMkLst>
          <pc:docMk/>
          <pc:sldMk cId="0" sldId="267"/>
        </pc:sldMkLst>
      </pc:sldChg>
      <pc:sldChg chg="del">
        <pc:chgData name="Pavlína Bednaříková" userId="d50ed4ae-d8f4-4698-b0d2-305fd56ac343" providerId="ADAL" clId="{0CB1F6F6-3906-40E4-BA2F-DF0B40F90546}" dt="2023-09-19T11:40:18.541" v="307" actId="2696"/>
        <pc:sldMkLst>
          <pc:docMk/>
          <pc:sldMk cId="0" sldId="268"/>
        </pc:sldMkLst>
      </pc:sldChg>
      <pc:sldChg chg="del">
        <pc:chgData name="Pavlína Bednaříková" userId="d50ed4ae-d8f4-4698-b0d2-305fd56ac343" providerId="ADAL" clId="{0CB1F6F6-3906-40E4-BA2F-DF0B40F90546}" dt="2023-09-19T11:40:18.541" v="307" actId="2696"/>
        <pc:sldMkLst>
          <pc:docMk/>
          <pc:sldMk cId="0" sldId="269"/>
        </pc:sldMkLst>
      </pc:sldChg>
      <pc:sldChg chg="del">
        <pc:chgData name="Pavlína Bednaříková" userId="d50ed4ae-d8f4-4698-b0d2-305fd56ac343" providerId="ADAL" clId="{0CB1F6F6-3906-40E4-BA2F-DF0B40F90546}" dt="2023-09-19T11:40:18.541" v="307" actId="2696"/>
        <pc:sldMkLst>
          <pc:docMk/>
          <pc:sldMk cId="0" sldId="270"/>
        </pc:sldMkLst>
      </pc:sldChg>
      <pc:sldChg chg="del">
        <pc:chgData name="Pavlína Bednaříková" userId="d50ed4ae-d8f4-4698-b0d2-305fd56ac343" providerId="ADAL" clId="{0CB1F6F6-3906-40E4-BA2F-DF0B40F90546}" dt="2023-09-19T11:40:22.060" v="308" actId="2696"/>
        <pc:sldMkLst>
          <pc:docMk/>
          <pc:sldMk cId="0" sldId="271"/>
        </pc:sldMkLst>
      </pc:sldChg>
      <pc:sldChg chg="del">
        <pc:chgData name="Pavlína Bednaříková" userId="d50ed4ae-d8f4-4698-b0d2-305fd56ac343" providerId="ADAL" clId="{0CB1F6F6-3906-40E4-BA2F-DF0B40F90546}" dt="2023-09-19T11:40:22.060" v="308" actId="2696"/>
        <pc:sldMkLst>
          <pc:docMk/>
          <pc:sldMk cId="0" sldId="272"/>
        </pc:sldMkLst>
      </pc:sldChg>
      <pc:sldChg chg="del">
        <pc:chgData name="Pavlína Bednaříková" userId="d50ed4ae-d8f4-4698-b0d2-305fd56ac343" providerId="ADAL" clId="{0CB1F6F6-3906-40E4-BA2F-DF0B40F90546}" dt="2023-09-19T11:40:26.894" v="309" actId="2696"/>
        <pc:sldMkLst>
          <pc:docMk/>
          <pc:sldMk cId="0" sldId="273"/>
        </pc:sldMkLst>
      </pc:sldChg>
      <pc:sldChg chg="del">
        <pc:chgData name="Pavlína Bednaříková" userId="d50ed4ae-d8f4-4698-b0d2-305fd56ac343" providerId="ADAL" clId="{0CB1F6F6-3906-40E4-BA2F-DF0B40F90546}" dt="2023-09-19T11:40:26.894" v="309" actId="2696"/>
        <pc:sldMkLst>
          <pc:docMk/>
          <pc:sldMk cId="0" sldId="274"/>
        </pc:sldMkLst>
      </pc:sldChg>
      <pc:sldChg chg="del">
        <pc:chgData name="Pavlína Bednaříková" userId="d50ed4ae-d8f4-4698-b0d2-305fd56ac343" providerId="ADAL" clId="{0CB1F6F6-3906-40E4-BA2F-DF0B40F90546}" dt="2023-09-19T11:40:26.894" v="309" actId="2696"/>
        <pc:sldMkLst>
          <pc:docMk/>
          <pc:sldMk cId="0" sldId="275"/>
        </pc:sldMkLst>
      </pc:sldChg>
      <pc:sldChg chg="del">
        <pc:chgData name="Pavlína Bednaříková" userId="d50ed4ae-d8f4-4698-b0d2-305fd56ac343" providerId="ADAL" clId="{0CB1F6F6-3906-40E4-BA2F-DF0B40F90546}" dt="2023-09-19T11:40:26.894" v="309" actId="2696"/>
        <pc:sldMkLst>
          <pc:docMk/>
          <pc:sldMk cId="0" sldId="276"/>
        </pc:sldMkLst>
      </pc:sldChg>
      <pc:sldChg chg="del">
        <pc:chgData name="Pavlína Bednaříková" userId="d50ed4ae-d8f4-4698-b0d2-305fd56ac343" providerId="ADAL" clId="{0CB1F6F6-3906-40E4-BA2F-DF0B40F90546}" dt="2023-09-19T11:40:33.575" v="310" actId="2696"/>
        <pc:sldMkLst>
          <pc:docMk/>
          <pc:sldMk cId="0" sldId="277"/>
        </pc:sldMkLst>
      </pc:sldChg>
      <pc:sldChg chg="del">
        <pc:chgData name="Pavlína Bednaříková" userId="d50ed4ae-d8f4-4698-b0d2-305fd56ac343" providerId="ADAL" clId="{0CB1F6F6-3906-40E4-BA2F-DF0B40F90546}" dt="2023-09-19T11:40:33.575" v="310" actId="2696"/>
        <pc:sldMkLst>
          <pc:docMk/>
          <pc:sldMk cId="0" sldId="278"/>
        </pc:sldMkLst>
      </pc:sldChg>
      <pc:sldChg chg="del">
        <pc:chgData name="Pavlína Bednaříková" userId="d50ed4ae-d8f4-4698-b0d2-305fd56ac343" providerId="ADAL" clId="{0CB1F6F6-3906-40E4-BA2F-DF0B40F90546}" dt="2023-09-19T11:40:33.575" v="310" actId="2696"/>
        <pc:sldMkLst>
          <pc:docMk/>
          <pc:sldMk cId="0" sldId="279"/>
        </pc:sldMkLst>
      </pc:sldChg>
      <pc:sldChg chg="del">
        <pc:chgData name="Pavlína Bednaříková" userId="d50ed4ae-d8f4-4698-b0d2-305fd56ac343" providerId="ADAL" clId="{0CB1F6F6-3906-40E4-BA2F-DF0B40F90546}" dt="2023-09-19T11:40:33.575" v="310" actId="2696"/>
        <pc:sldMkLst>
          <pc:docMk/>
          <pc:sldMk cId="0" sldId="280"/>
        </pc:sldMkLst>
      </pc:sldChg>
      <pc:sldChg chg="del">
        <pc:chgData name="Pavlína Bednaříková" userId="d50ed4ae-d8f4-4698-b0d2-305fd56ac343" providerId="ADAL" clId="{0CB1F6F6-3906-40E4-BA2F-DF0B40F90546}" dt="2023-09-19T11:40:33.575" v="310" actId="2696"/>
        <pc:sldMkLst>
          <pc:docMk/>
          <pc:sldMk cId="0" sldId="281"/>
        </pc:sldMkLst>
      </pc:sldChg>
      <pc:sldChg chg="del">
        <pc:chgData name="Pavlína Bednaříková" userId="d50ed4ae-d8f4-4698-b0d2-305fd56ac343" providerId="ADAL" clId="{0CB1F6F6-3906-40E4-BA2F-DF0B40F90546}" dt="2023-09-19T11:40:33.575" v="310" actId="2696"/>
        <pc:sldMkLst>
          <pc:docMk/>
          <pc:sldMk cId="0" sldId="282"/>
        </pc:sldMkLst>
      </pc:sldChg>
      <pc:sldChg chg="del">
        <pc:chgData name="Pavlína Bednaříková" userId="d50ed4ae-d8f4-4698-b0d2-305fd56ac343" providerId="ADAL" clId="{0CB1F6F6-3906-40E4-BA2F-DF0B40F90546}" dt="2023-09-19T11:40:50.896" v="311" actId="2696"/>
        <pc:sldMkLst>
          <pc:docMk/>
          <pc:sldMk cId="0" sldId="283"/>
        </pc:sldMkLst>
      </pc:sldChg>
      <pc:sldChg chg="del">
        <pc:chgData name="Pavlína Bednaříková" userId="d50ed4ae-d8f4-4698-b0d2-305fd56ac343" providerId="ADAL" clId="{0CB1F6F6-3906-40E4-BA2F-DF0B40F90546}" dt="2023-09-19T11:40:50.896" v="311" actId="2696"/>
        <pc:sldMkLst>
          <pc:docMk/>
          <pc:sldMk cId="0" sldId="284"/>
        </pc:sldMkLst>
      </pc:sldChg>
      <pc:sldChg chg="modSp mod">
        <pc:chgData name="Pavlína Bednaříková" userId="d50ed4ae-d8f4-4698-b0d2-305fd56ac343" providerId="ADAL" clId="{0CB1F6F6-3906-40E4-BA2F-DF0B40F90546}" dt="2023-09-19T11:41:24.221" v="336" actId="20577"/>
        <pc:sldMkLst>
          <pc:docMk/>
          <pc:sldMk cId="0" sldId="285"/>
        </pc:sldMkLst>
        <pc:spChg chg="mod">
          <ac:chgData name="Pavlína Bednaříková" userId="d50ed4ae-d8f4-4698-b0d2-305fd56ac343" providerId="ADAL" clId="{0CB1F6F6-3906-40E4-BA2F-DF0B40F90546}" dt="2023-09-19T11:41:24.221" v="336" actId="20577"/>
          <ac:spMkLst>
            <pc:docMk/>
            <pc:sldMk cId="0" sldId="285"/>
            <ac:spMk id="10" creationId="{00000000-0000-0000-0000-000000000000}"/>
          </ac:spMkLst>
        </pc:spChg>
      </pc:sldChg>
      <pc:sldChg chg="del">
        <pc:chgData name="Pavlína Bednaříková" userId="d50ed4ae-d8f4-4698-b0d2-305fd56ac343" providerId="ADAL" clId="{0CB1F6F6-3906-40E4-BA2F-DF0B40F90546}" dt="2023-09-19T11:40:50.896" v="311" actId="2696"/>
        <pc:sldMkLst>
          <pc:docMk/>
          <pc:sldMk cId="0" sldId="286"/>
        </pc:sldMkLst>
      </pc:sldChg>
      <pc:sldChg chg="del">
        <pc:chgData name="Pavlína Bednaříková" userId="d50ed4ae-d8f4-4698-b0d2-305fd56ac343" providerId="ADAL" clId="{0CB1F6F6-3906-40E4-BA2F-DF0B40F90546}" dt="2023-09-19T11:40:50.896" v="311" actId="2696"/>
        <pc:sldMkLst>
          <pc:docMk/>
          <pc:sldMk cId="0" sldId="287"/>
        </pc:sldMkLst>
      </pc:sldChg>
      <pc:sldChg chg="del">
        <pc:chgData name="Pavlína Bednaříková" userId="d50ed4ae-d8f4-4698-b0d2-305fd56ac343" providerId="ADAL" clId="{0CB1F6F6-3906-40E4-BA2F-DF0B40F90546}" dt="2023-09-19T11:40:50.896" v="311" actId="2696"/>
        <pc:sldMkLst>
          <pc:docMk/>
          <pc:sldMk cId="0" sldId="288"/>
        </pc:sldMkLst>
      </pc:sldChg>
      <pc:sldChg chg="del mod chgLayout">
        <pc:chgData name="Pavlína Bednaříková" userId="d50ed4ae-d8f4-4698-b0d2-305fd56ac343" providerId="ADAL" clId="{0CB1F6F6-3906-40E4-BA2F-DF0B40F90546}" dt="2023-09-19T11:41:15.039" v="315" actId="2696"/>
        <pc:sldMkLst>
          <pc:docMk/>
          <pc:sldMk cId="0" sldId="289"/>
        </pc:sldMkLst>
      </pc:sldChg>
      <pc:sldChg chg="del">
        <pc:chgData name="Pavlína Bednaříková" userId="d50ed4ae-d8f4-4698-b0d2-305fd56ac343" providerId="ADAL" clId="{0CB1F6F6-3906-40E4-BA2F-DF0B40F90546}" dt="2023-09-19T11:41:01.477" v="312" actId="2696"/>
        <pc:sldMkLst>
          <pc:docMk/>
          <pc:sldMk cId="0" sldId="290"/>
        </pc:sldMkLst>
      </pc:sldChg>
      <pc:sldChg chg="del">
        <pc:chgData name="Pavlína Bednaříková" userId="d50ed4ae-d8f4-4698-b0d2-305fd56ac343" providerId="ADAL" clId="{0CB1F6F6-3906-40E4-BA2F-DF0B40F90546}" dt="2023-09-19T11:41:01.477" v="312" actId="2696"/>
        <pc:sldMkLst>
          <pc:docMk/>
          <pc:sldMk cId="0" sldId="291"/>
        </pc:sldMkLst>
      </pc:sldChg>
      <pc:sldChg chg="del">
        <pc:chgData name="Pavlína Bednaříková" userId="d50ed4ae-d8f4-4698-b0d2-305fd56ac343" providerId="ADAL" clId="{0CB1F6F6-3906-40E4-BA2F-DF0B40F90546}" dt="2023-09-19T11:41:01.477" v="312" actId="2696"/>
        <pc:sldMkLst>
          <pc:docMk/>
          <pc:sldMk cId="0" sldId="292"/>
        </pc:sldMkLst>
      </pc:sldChg>
      <pc:sldChg chg="del">
        <pc:chgData name="Pavlína Bednaříková" userId="d50ed4ae-d8f4-4698-b0d2-305fd56ac343" providerId="ADAL" clId="{0CB1F6F6-3906-40E4-BA2F-DF0B40F90546}" dt="2023-09-19T11:41:01.477" v="312" actId="2696"/>
        <pc:sldMkLst>
          <pc:docMk/>
          <pc:sldMk cId="0" sldId="293"/>
        </pc:sldMkLst>
      </pc:sldChg>
      <pc:sldChg chg="del">
        <pc:chgData name="Pavlína Bednaříková" userId="d50ed4ae-d8f4-4698-b0d2-305fd56ac343" providerId="ADAL" clId="{0CB1F6F6-3906-40E4-BA2F-DF0B40F90546}" dt="2023-09-19T11:41:01.477" v="312" actId="2696"/>
        <pc:sldMkLst>
          <pc:docMk/>
          <pc:sldMk cId="0" sldId="294"/>
        </pc:sldMkLst>
      </pc:sldChg>
      <pc:sldChg chg="del">
        <pc:chgData name="Pavlína Bednaříková" userId="d50ed4ae-d8f4-4698-b0d2-305fd56ac343" providerId="ADAL" clId="{0CB1F6F6-3906-40E4-BA2F-DF0B40F90546}" dt="2023-09-19T11:41:01.477" v="312" actId="2696"/>
        <pc:sldMkLst>
          <pc:docMk/>
          <pc:sldMk cId="0" sldId="295"/>
        </pc:sldMkLst>
      </pc:sldChg>
      <pc:sldChg chg="del">
        <pc:chgData name="Pavlína Bednaříková" userId="d50ed4ae-d8f4-4698-b0d2-305fd56ac343" providerId="ADAL" clId="{0CB1F6F6-3906-40E4-BA2F-DF0B40F90546}" dt="2023-09-19T11:41:09.966" v="313" actId="2696"/>
        <pc:sldMkLst>
          <pc:docMk/>
          <pc:sldMk cId="0" sldId="296"/>
        </pc:sldMkLst>
      </pc:sldChg>
      <pc:sldChg chg="del">
        <pc:chgData name="Pavlína Bednaříková" userId="d50ed4ae-d8f4-4698-b0d2-305fd56ac343" providerId="ADAL" clId="{0CB1F6F6-3906-40E4-BA2F-DF0B40F90546}" dt="2023-09-19T11:41:09.966" v="313" actId="2696"/>
        <pc:sldMkLst>
          <pc:docMk/>
          <pc:sldMk cId="0" sldId="297"/>
        </pc:sldMkLst>
      </pc:sldChg>
      <pc:sldChg chg="del">
        <pc:chgData name="Pavlína Bednaříková" userId="d50ed4ae-d8f4-4698-b0d2-305fd56ac343" providerId="ADAL" clId="{0CB1F6F6-3906-40E4-BA2F-DF0B40F90546}" dt="2023-09-19T11:41:09.966" v="313" actId="2696"/>
        <pc:sldMkLst>
          <pc:docMk/>
          <pc:sldMk cId="0" sldId="298"/>
        </pc:sldMkLst>
      </pc:sldChg>
      <pc:sldChg chg="del">
        <pc:chgData name="Pavlína Bednaříková" userId="d50ed4ae-d8f4-4698-b0d2-305fd56ac343" providerId="ADAL" clId="{0CB1F6F6-3906-40E4-BA2F-DF0B40F90546}" dt="2023-09-19T11:41:09.966" v="313" actId="2696"/>
        <pc:sldMkLst>
          <pc:docMk/>
          <pc:sldMk cId="0" sldId="299"/>
        </pc:sldMkLst>
      </pc:sldChg>
      <pc:sldChg chg="modSp add mod">
        <pc:chgData name="Pavlína Bednaříková" userId="d50ed4ae-d8f4-4698-b0d2-305fd56ac343" providerId="ADAL" clId="{0CB1F6F6-3906-40E4-BA2F-DF0B40F90546}" dt="2023-09-19T11:38:27.231" v="288" actId="20577"/>
        <pc:sldMkLst>
          <pc:docMk/>
          <pc:sldMk cId="2183443410" sldId="300"/>
        </pc:sldMkLst>
        <pc:spChg chg="mod">
          <ac:chgData name="Pavlína Bednaříková" userId="d50ed4ae-d8f4-4698-b0d2-305fd56ac343" providerId="ADAL" clId="{0CB1F6F6-3906-40E4-BA2F-DF0B40F90546}" dt="2023-09-19T11:29:14.044" v="204" actId="20577"/>
          <ac:spMkLst>
            <pc:docMk/>
            <pc:sldMk cId="2183443410" sldId="300"/>
            <ac:spMk id="9" creationId="{00000000-0000-0000-0000-000000000000}"/>
          </ac:spMkLst>
        </pc:spChg>
        <pc:spChg chg="mod">
          <ac:chgData name="Pavlína Bednaříková" userId="d50ed4ae-d8f4-4698-b0d2-305fd56ac343" providerId="ADAL" clId="{0CB1F6F6-3906-40E4-BA2F-DF0B40F90546}" dt="2023-09-19T11:38:27.231" v="288" actId="20577"/>
          <ac:spMkLst>
            <pc:docMk/>
            <pc:sldMk cId="2183443410" sldId="300"/>
            <ac:spMk id="11" creationId="{00000000-0000-0000-0000-000000000000}"/>
          </ac:spMkLst>
        </pc:spChg>
        <pc:spChg chg="mod">
          <ac:chgData name="Pavlína Bednaříková" userId="d50ed4ae-d8f4-4698-b0d2-305fd56ac343" providerId="ADAL" clId="{0CB1F6F6-3906-40E4-BA2F-DF0B40F90546}" dt="2023-09-19T11:32:29.380" v="249" actId="1076"/>
          <ac:spMkLst>
            <pc:docMk/>
            <pc:sldMk cId="2183443410" sldId="300"/>
            <ac:spMk id="20" creationId="{3E33E309-01E3-3DFF-DA6F-148CA072684F}"/>
          </ac:spMkLst>
        </pc:spChg>
      </pc:sldChg>
      <pc:sldChg chg="modSp add del mod">
        <pc:chgData name="Pavlína Bednaříková" userId="d50ed4ae-d8f4-4698-b0d2-305fd56ac343" providerId="ADAL" clId="{0CB1F6F6-3906-40E4-BA2F-DF0B40F90546}" dt="2023-09-19T11:29:03.539" v="189" actId="47"/>
        <pc:sldMkLst>
          <pc:docMk/>
          <pc:sldMk cId="3737297607" sldId="300"/>
        </pc:sldMkLst>
        <pc:spChg chg="mod">
          <ac:chgData name="Pavlína Bednaříková" userId="d50ed4ae-d8f4-4698-b0d2-305fd56ac343" providerId="ADAL" clId="{0CB1F6F6-3906-40E4-BA2F-DF0B40F90546}" dt="2023-09-19T11:27:14.103" v="176" actId="20577"/>
          <ac:spMkLst>
            <pc:docMk/>
            <pc:sldMk cId="3737297607" sldId="300"/>
            <ac:spMk id="9" creationId="{00000000-0000-0000-0000-000000000000}"/>
          </ac:spMkLst>
        </pc:spChg>
        <pc:spChg chg="mod">
          <ac:chgData name="Pavlína Bednaříková" userId="d50ed4ae-d8f4-4698-b0d2-305fd56ac343" providerId="ADAL" clId="{0CB1F6F6-3906-40E4-BA2F-DF0B40F90546}" dt="2023-09-19T11:27:34.945" v="181"/>
          <ac:spMkLst>
            <pc:docMk/>
            <pc:sldMk cId="3737297607" sldId="300"/>
            <ac:spMk id="11" creationId="{00000000-0000-0000-0000-000000000000}"/>
          </ac:spMkLst>
        </pc:spChg>
      </pc:sldChg>
      <pc:sldChg chg="modSp add mod">
        <pc:chgData name="Pavlína Bednaříková" userId="d50ed4ae-d8f4-4698-b0d2-305fd56ac343" providerId="ADAL" clId="{0CB1F6F6-3906-40E4-BA2F-DF0B40F90546}" dt="2023-09-19T11:39:12.235" v="297" actId="20577"/>
        <pc:sldMkLst>
          <pc:docMk/>
          <pc:sldMk cId="768301176" sldId="301"/>
        </pc:sldMkLst>
        <pc:spChg chg="mod">
          <ac:chgData name="Pavlína Bednaříková" userId="d50ed4ae-d8f4-4698-b0d2-305fd56ac343" providerId="ADAL" clId="{0CB1F6F6-3906-40E4-BA2F-DF0B40F90546}" dt="2023-09-19T11:30:33.795" v="229" actId="20577"/>
          <ac:spMkLst>
            <pc:docMk/>
            <pc:sldMk cId="768301176" sldId="301"/>
            <ac:spMk id="9" creationId="{00000000-0000-0000-0000-000000000000}"/>
          </ac:spMkLst>
        </pc:spChg>
        <pc:spChg chg="mod">
          <ac:chgData name="Pavlína Bednaříková" userId="d50ed4ae-d8f4-4698-b0d2-305fd56ac343" providerId="ADAL" clId="{0CB1F6F6-3906-40E4-BA2F-DF0B40F90546}" dt="2023-09-19T11:39:12.235" v="297" actId="20577"/>
          <ac:spMkLst>
            <pc:docMk/>
            <pc:sldMk cId="768301176" sldId="301"/>
            <ac:spMk id="11" creationId="{00000000-0000-0000-0000-000000000000}"/>
          </ac:spMkLst>
        </pc:spChg>
        <pc:spChg chg="mod">
          <ac:chgData name="Pavlína Bednaříková" userId="d50ed4ae-d8f4-4698-b0d2-305fd56ac343" providerId="ADAL" clId="{0CB1F6F6-3906-40E4-BA2F-DF0B40F90546}" dt="2023-09-19T11:32:43.157" v="251" actId="1076"/>
          <ac:spMkLst>
            <pc:docMk/>
            <pc:sldMk cId="768301176" sldId="301"/>
            <ac:spMk id="20" creationId="{3E33E309-01E3-3DFF-DA6F-148CA072684F}"/>
          </ac:spMkLst>
        </pc:spChg>
      </pc:sldChg>
      <pc:sldChg chg="modSp add mod">
        <pc:chgData name="Pavlína Bednaříková" userId="d50ed4ae-d8f4-4698-b0d2-305fd56ac343" providerId="ADAL" clId="{0CB1F6F6-3906-40E4-BA2F-DF0B40F90546}" dt="2023-09-19T11:39:30.376" v="299" actId="2710"/>
        <pc:sldMkLst>
          <pc:docMk/>
          <pc:sldMk cId="728873304" sldId="302"/>
        </pc:sldMkLst>
        <pc:spChg chg="mod">
          <ac:chgData name="Pavlína Bednaříková" userId="d50ed4ae-d8f4-4698-b0d2-305fd56ac343" providerId="ADAL" clId="{0CB1F6F6-3906-40E4-BA2F-DF0B40F90546}" dt="2023-09-19T11:35:42.077" v="265" actId="20577"/>
          <ac:spMkLst>
            <pc:docMk/>
            <pc:sldMk cId="728873304" sldId="302"/>
            <ac:spMk id="9" creationId="{00000000-0000-0000-0000-000000000000}"/>
          </ac:spMkLst>
        </pc:spChg>
        <pc:spChg chg="mod">
          <ac:chgData name="Pavlína Bednaříková" userId="d50ed4ae-d8f4-4698-b0d2-305fd56ac343" providerId="ADAL" clId="{0CB1F6F6-3906-40E4-BA2F-DF0B40F90546}" dt="2023-09-19T11:39:30.376" v="299" actId="2710"/>
          <ac:spMkLst>
            <pc:docMk/>
            <pc:sldMk cId="728873304" sldId="302"/>
            <ac:spMk id="11" creationId="{00000000-0000-0000-0000-000000000000}"/>
          </ac:spMkLst>
        </pc:spChg>
      </pc:sldChg>
      <pc:sldChg chg="delSp add del mod">
        <pc:chgData name="Pavlína Bednaříková" userId="d50ed4ae-d8f4-4698-b0d2-305fd56ac343" providerId="ADAL" clId="{0CB1F6F6-3906-40E4-BA2F-DF0B40F90546}" dt="2023-09-19T11:35:17.755" v="259" actId="2696"/>
        <pc:sldMkLst>
          <pc:docMk/>
          <pc:sldMk cId="3825696419" sldId="302"/>
        </pc:sldMkLst>
        <pc:spChg chg="del">
          <ac:chgData name="Pavlína Bednaříková" userId="d50ed4ae-d8f4-4698-b0d2-305fd56ac343" providerId="ADAL" clId="{0CB1F6F6-3906-40E4-BA2F-DF0B40F90546}" dt="2023-09-19T11:35:05.723" v="258" actId="478"/>
          <ac:spMkLst>
            <pc:docMk/>
            <pc:sldMk cId="3825696419" sldId="302"/>
            <ac:spMk id="11" creationId="{00000000-0000-0000-0000-000000000000}"/>
          </ac:spMkLst>
        </pc:spChg>
      </pc:sldChg>
      <pc:sldChg chg="modSp add mod">
        <pc:chgData name="Pavlína Bednaříková" userId="d50ed4ae-d8f4-4698-b0d2-305fd56ac343" providerId="ADAL" clId="{0CB1F6F6-3906-40E4-BA2F-DF0B40F90546}" dt="2023-09-19T11:39:55.184" v="306" actId="20577"/>
        <pc:sldMkLst>
          <pc:docMk/>
          <pc:sldMk cId="2504564214" sldId="303"/>
        </pc:sldMkLst>
        <pc:spChg chg="mod">
          <ac:chgData name="Pavlína Bednaříková" userId="d50ed4ae-d8f4-4698-b0d2-305fd56ac343" providerId="ADAL" clId="{0CB1F6F6-3906-40E4-BA2F-DF0B40F90546}" dt="2023-09-19T11:36:43.815" v="278" actId="20577"/>
          <ac:spMkLst>
            <pc:docMk/>
            <pc:sldMk cId="2504564214" sldId="303"/>
            <ac:spMk id="9" creationId="{00000000-0000-0000-0000-000000000000}"/>
          </ac:spMkLst>
        </pc:spChg>
        <pc:spChg chg="mod">
          <ac:chgData name="Pavlína Bednaříková" userId="d50ed4ae-d8f4-4698-b0d2-305fd56ac343" providerId="ADAL" clId="{0CB1F6F6-3906-40E4-BA2F-DF0B40F90546}" dt="2023-09-19T11:39:55.184" v="306" actId="20577"/>
          <ac:spMkLst>
            <pc:docMk/>
            <pc:sldMk cId="2504564214" sldId="303"/>
            <ac:spMk id="1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8225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1695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8125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9399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9117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874559" y="11887200"/>
            <a:ext cx="4242330" cy="1066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18874559" y="11887200"/>
            <a:ext cx="4242330" cy="1066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4" name="Text 2"/>
          <p:cNvSpPr/>
          <p:nvPr/>
        </p:nvSpPr>
        <p:spPr>
          <a:xfrm>
            <a:off x="17307646" y="11351684"/>
            <a:ext cx="5352222" cy="651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4200"/>
              </a:lnSpc>
            </a:pPr>
            <a:r>
              <a:rPr lang="cs-CZ" sz="3200" dirty="0">
                <a:solidFill>
                  <a:srgbClr val="E31E2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Vedoucí práce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6051515" y="12003617"/>
            <a:ext cx="6608354" cy="795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4200"/>
              </a:lnSpc>
            </a:pPr>
            <a:r>
              <a:rPr lang="cs-CZ" sz="3200" dirty="0">
                <a:solidFill>
                  <a:srgbClr val="393185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Titul. Jméno a příjmení</a:t>
            </a:r>
            <a:endParaRPr lang="en-US" sz="3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254" y="11684000"/>
            <a:ext cx="3810476" cy="127000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355" y="11685163"/>
            <a:ext cx="271831" cy="271797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7039" y="11704123"/>
            <a:ext cx="229255" cy="510067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0734" y="11969778"/>
            <a:ext cx="983840" cy="982756"/>
          </a:xfrm>
          <a:prstGeom prst="rect">
            <a:avLst/>
          </a:prstGeom>
        </p:spPr>
      </p:pic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36540" y="11970043"/>
            <a:ext cx="983145" cy="982762"/>
          </a:xfrm>
          <a:prstGeom prst="rect">
            <a:avLst/>
          </a:prstGeom>
        </p:spPr>
      </p:pic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14194" y="11972054"/>
            <a:ext cx="825107" cy="980511"/>
          </a:xfrm>
          <a:prstGeom prst="rect">
            <a:avLst/>
          </a:prstGeom>
        </p:spPr>
      </p:pic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17911" y="11984636"/>
            <a:ext cx="456197" cy="948122"/>
          </a:xfrm>
          <a:prstGeom prst="rect">
            <a:avLst/>
          </a:prstGeom>
        </p:spPr>
      </p:pic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96666" y="11993942"/>
            <a:ext cx="230520" cy="938817"/>
          </a:xfrm>
          <a:prstGeom prst="rect">
            <a:avLst/>
          </a:prstGeom>
        </p:spPr>
      </p:pic>
      <p:sp>
        <p:nvSpPr>
          <p:cNvPr id="14" name="Shape 4"/>
          <p:cNvSpPr/>
          <p:nvPr/>
        </p:nvSpPr>
        <p:spPr>
          <a:xfrm>
            <a:off x="23116889" y="-2247900"/>
            <a:ext cx="4204225" cy="7960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pic>
        <p:nvPicPr>
          <p:cNvPr id="1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116889" y="0"/>
            <a:ext cx="1270159" cy="5712808"/>
          </a:xfrm>
          <a:prstGeom prst="rect">
            <a:avLst/>
          </a:prstGeom>
        </p:spPr>
      </p:pic>
      <p:sp>
        <p:nvSpPr>
          <p:cNvPr id="16" name="Shape 5"/>
          <p:cNvSpPr/>
          <p:nvPr/>
        </p:nvSpPr>
        <p:spPr>
          <a:xfrm>
            <a:off x="23116889" y="11468100"/>
            <a:ext cx="4204225" cy="7960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pic>
        <p:nvPicPr>
          <p:cNvPr id="17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116889" y="11468100"/>
            <a:ext cx="1270159" cy="2247900"/>
          </a:xfrm>
          <a:prstGeom prst="rect">
            <a:avLst/>
          </a:prstGeom>
        </p:spPr>
      </p:pic>
      <p:pic>
        <p:nvPicPr>
          <p:cNvPr id="18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7404100"/>
            <a:ext cx="1257457" cy="6311900"/>
          </a:xfrm>
          <a:prstGeom prst="rect">
            <a:avLst/>
          </a:prstGeom>
        </p:spPr>
      </p:pic>
      <p:sp>
        <p:nvSpPr>
          <p:cNvPr id="19" name="Shape 6"/>
          <p:cNvSpPr/>
          <p:nvPr/>
        </p:nvSpPr>
        <p:spPr>
          <a:xfrm>
            <a:off x="2032254" y="1270000"/>
            <a:ext cx="18671334" cy="60325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20" name="Text 7"/>
          <p:cNvSpPr/>
          <p:nvPr/>
        </p:nvSpPr>
        <p:spPr>
          <a:xfrm>
            <a:off x="2032254" y="2246387"/>
            <a:ext cx="19264074" cy="5164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0"/>
              </a:lnSpc>
            </a:pPr>
            <a:r>
              <a:rPr lang="cs-CZ" sz="14000" dirty="0">
                <a:solidFill>
                  <a:srgbClr val="141414">
                    <a:alpha val="100000"/>
                  </a:srgbClr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Název maturitní práce</a:t>
            </a:r>
            <a:endParaRPr lang="en-US" sz="14000" dirty="0"/>
          </a:p>
        </p:txBody>
      </p:sp>
      <p:sp>
        <p:nvSpPr>
          <p:cNvPr id="21" name="Text 8"/>
          <p:cNvSpPr/>
          <p:nvPr/>
        </p:nvSpPr>
        <p:spPr>
          <a:xfrm>
            <a:off x="2032254" y="7559780"/>
            <a:ext cx="18883027" cy="1164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7500"/>
              </a:lnSpc>
            </a:pPr>
            <a:r>
              <a:rPr lang="cs-CZ" sz="5300" dirty="0">
                <a:solidFill>
                  <a:srgbClr val="141414">
                    <a:alpha val="100000"/>
                  </a:srgbClr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Vaše jméno a příjmení</a:t>
            </a:r>
            <a:endParaRPr lang="en-US" sz="5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32254" y="1270000"/>
            <a:ext cx="9653206" cy="29337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2032254" y="1270000"/>
            <a:ext cx="978022" cy="3175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2032254" y="1270000"/>
            <a:ext cx="317540" cy="317500"/>
          </a:xfrm>
          <a:prstGeom prst="ellipse">
            <a:avLst/>
          </a:prstGeom>
          <a:solidFill>
            <a:srgbClr val="E31E24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2197375" y="1270000"/>
            <a:ext cx="317540" cy="317500"/>
          </a:xfrm>
          <a:prstGeom prst="ellipse">
            <a:avLst/>
          </a:prstGeom>
          <a:solidFill>
            <a:srgbClr val="00A0E3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2362495" y="1270000"/>
            <a:ext cx="317540" cy="317500"/>
          </a:xfrm>
          <a:prstGeom prst="ellipse">
            <a:avLst/>
          </a:prstGeom>
          <a:solidFill>
            <a:srgbClr val="393185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2527616" y="1270000"/>
            <a:ext cx="317540" cy="317500"/>
          </a:xfrm>
          <a:prstGeom prst="ellipse">
            <a:avLst/>
          </a:prstGeom>
          <a:solidFill>
            <a:srgbClr val="EF7F1A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2692737" y="1270000"/>
            <a:ext cx="317540" cy="317500"/>
          </a:xfrm>
          <a:prstGeom prst="ellipse">
            <a:avLst/>
          </a:prstGeom>
          <a:solidFill>
            <a:srgbClr val="E31E24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Text 7"/>
          <p:cNvSpPr/>
          <p:nvPr/>
        </p:nvSpPr>
        <p:spPr>
          <a:xfrm>
            <a:off x="2032254" y="2074635"/>
            <a:ext cx="9987682" cy="1324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0000"/>
              </a:lnSpc>
            </a:pPr>
            <a:r>
              <a:rPr lang="cs-CZ" sz="7900" dirty="0">
                <a:solidFill>
                  <a:srgbClr val="141414">
                    <a:alpha val="100000"/>
                  </a:srgbClr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Úvod</a:t>
            </a:r>
            <a:endParaRPr lang="en-US" sz="7900" dirty="0"/>
          </a:p>
        </p:txBody>
      </p:sp>
      <p:sp>
        <p:nvSpPr>
          <p:cNvPr id="10" name="Shape 8"/>
          <p:cNvSpPr/>
          <p:nvPr/>
        </p:nvSpPr>
        <p:spPr>
          <a:xfrm>
            <a:off x="2032254" y="5143500"/>
            <a:ext cx="19077784" cy="73025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2032254" y="4690836"/>
            <a:ext cx="19992298" cy="787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Proč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jste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si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zvolil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/a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dané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téma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?</a:t>
            </a:r>
            <a:endParaRPr lang="cs-CZ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lnSpc>
                <a:spcPct val="150000"/>
              </a:lnSpc>
            </a:pPr>
            <a:endParaRPr lang="cs-CZ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lnSpc>
                <a:spcPct val="150000"/>
              </a:lnSpc>
            </a:pP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bylo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cílem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práce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a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čeho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jste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chtěl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/a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svou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maturitní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prací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dosáhnout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endParaRPr lang="cs-CZ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lnSpc>
                <a:spcPct val="150000"/>
              </a:lnSpc>
            </a:pP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(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objektivní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subjektivní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důvody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)?</a:t>
            </a:r>
          </a:p>
          <a:p>
            <a:pPr algn="just">
              <a:lnSpc>
                <a:spcPct val="150000"/>
              </a:lnSpc>
            </a:pPr>
            <a:endParaRPr lang="en-US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lnSpc>
                <a:spcPct val="150000"/>
              </a:lnSpc>
            </a:pP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Jak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jste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při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zpracování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postupoval</a:t>
            </a:r>
            <a:r>
              <a:rPr lang="cs-CZ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/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a?</a:t>
            </a:r>
          </a:p>
        </p:txBody>
      </p:sp>
      <p:sp>
        <p:nvSpPr>
          <p:cNvPr id="13" name="Shape 11"/>
          <p:cNvSpPr/>
          <p:nvPr/>
        </p:nvSpPr>
        <p:spPr>
          <a:xfrm>
            <a:off x="23116889" y="-2247900"/>
            <a:ext cx="4204225" cy="7960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6889" y="0"/>
            <a:ext cx="1270159" cy="5712808"/>
          </a:xfrm>
          <a:prstGeom prst="rect">
            <a:avLst/>
          </a:prstGeom>
        </p:spPr>
      </p:pic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04100"/>
            <a:ext cx="1257457" cy="6311900"/>
          </a:xfrm>
          <a:prstGeom prst="rect">
            <a:avLst/>
          </a:prstGeom>
        </p:spPr>
      </p:pic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57457" cy="164880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23116889" y="11468100"/>
            <a:ext cx="4204225" cy="7960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16889" y="11468100"/>
            <a:ext cx="1270159" cy="2247900"/>
          </a:xfrm>
          <a:prstGeom prst="rect">
            <a:avLst/>
          </a:prstGeom>
        </p:spPr>
      </p:pic>
      <p:sp>
        <p:nvSpPr>
          <p:cNvPr id="20" name="Text 3">
            <a:extLst>
              <a:ext uri="{FF2B5EF4-FFF2-40B4-BE49-F238E27FC236}">
                <a16:creationId xmlns:a16="http://schemas.microsoft.com/office/drawing/2014/main" id="{3E33E309-01E3-3DFF-DA6F-148CA072684F}"/>
              </a:ext>
            </a:extLst>
          </p:cNvPr>
          <p:cNvSpPr/>
          <p:nvPr/>
        </p:nvSpPr>
        <p:spPr>
          <a:xfrm>
            <a:off x="16051515" y="12564534"/>
            <a:ext cx="6608354" cy="795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4200"/>
              </a:lnSpc>
            </a:pPr>
            <a:r>
              <a:rPr lang="cs-CZ" sz="3200" dirty="0">
                <a:solidFill>
                  <a:srgbClr val="393185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Vaše jméno a příjmení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32254" y="1270000"/>
            <a:ext cx="9653206" cy="29337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2032254" y="1270000"/>
            <a:ext cx="978022" cy="3175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2032254" y="1270000"/>
            <a:ext cx="317540" cy="317500"/>
          </a:xfrm>
          <a:prstGeom prst="ellipse">
            <a:avLst/>
          </a:prstGeom>
          <a:solidFill>
            <a:srgbClr val="E31E24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2197375" y="1270000"/>
            <a:ext cx="317540" cy="317500"/>
          </a:xfrm>
          <a:prstGeom prst="ellipse">
            <a:avLst/>
          </a:prstGeom>
          <a:solidFill>
            <a:srgbClr val="00A0E3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2362495" y="1270000"/>
            <a:ext cx="317540" cy="317500"/>
          </a:xfrm>
          <a:prstGeom prst="ellipse">
            <a:avLst/>
          </a:prstGeom>
          <a:solidFill>
            <a:srgbClr val="393185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2527616" y="1270000"/>
            <a:ext cx="317540" cy="317500"/>
          </a:xfrm>
          <a:prstGeom prst="ellipse">
            <a:avLst/>
          </a:prstGeom>
          <a:solidFill>
            <a:srgbClr val="EF7F1A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2692737" y="1270000"/>
            <a:ext cx="317540" cy="317500"/>
          </a:xfrm>
          <a:prstGeom prst="ellipse">
            <a:avLst/>
          </a:prstGeom>
          <a:solidFill>
            <a:srgbClr val="E31E24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Text 7"/>
          <p:cNvSpPr/>
          <p:nvPr/>
        </p:nvSpPr>
        <p:spPr>
          <a:xfrm>
            <a:off x="2032254" y="2074635"/>
            <a:ext cx="9987682" cy="1324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0000"/>
              </a:lnSpc>
            </a:pPr>
            <a:r>
              <a:rPr lang="cs-CZ" sz="7900" dirty="0">
                <a:solidFill>
                  <a:srgbClr val="141414">
                    <a:alpha val="100000"/>
                  </a:srgbClr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Praktická část</a:t>
            </a:r>
            <a:endParaRPr lang="en-US" sz="7900" dirty="0"/>
          </a:p>
        </p:txBody>
      </p:sp>
      <p:sp>
        <p:nvSpPr>
          <p:cNvPr id="10" name="Shape 8"/>
          <p:cNvSpPr/>
          <p:nvPr/>
        </p:nvSpPr>
        <p:spPr>
          <a:xfrm>
            <a:off x="2032254" y="5143500"/>
            <a:ext cx="19077784" cy="73025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2032254" y="4690836"/>
            <a:ext cx="19992298" cy="787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Stručná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charakteristika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tématu</a:t>
            </a:r>
            <a:r>
              <a:rPr lang="cs-CZ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lnSpc>
                <a:spcPct val="150000"/>
              </a:lnSpc>
            </a:pP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Vlastní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analýzy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-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jaké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konkrétní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analytické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či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výzkumné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metody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jste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využil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/a (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např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.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srovnávací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analýza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,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textová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analýza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,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rešerše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médií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,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marketingový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průzkum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zákazníků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či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konkurence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apod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.)?</a:t>
            </a:r>
            <a:endParaRPr lang="cs-CZ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lnSpc>
                <a:spcPct val="150000"/>
              </a:lnSpc>
            </a:pPr>
            <a:endParaRPr lang="en-US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lnSpc>
                <a:spcPct val="150000"/>
              </a:lnSpc>
            </a:pP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Proč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jste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zvolil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/a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právě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tyto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metody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?</a:t>
            </a:r>
          </a:p>
        </p:txBody>
      </p:sp>
      <p:sp>
        <p:nvSpPr>
          <p:cNvPr id="13" name="Shape 11"/>
          <p:cNvSpPr/>
          <p:nvPr/>
        </p:nvSpPr>
        <p:spPr>
          <a:xfrm>
            <a:off x="23116889" y="-2247900"/>
            <a:ext cx="4204225" cy="7960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6889" y="0"/>
            <a:ext cx="1270159" cy="5712808"/>
          </a:xfrm>
          <a:prstGeom prst="rect">
            <a:avLst/>
          </a:prstGeom>
        </p:spPr>
      </p:pic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04100"/>
            <a:ext cx="1257457" cy="6311900"/>
          </a:xfrm>
          <a:prstGeom prst="rect">
            <a:avLst/>
          </a:prstGeom>
        </p:spPr>
      </p:pic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57457" cy="164880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23116889" y="11468100"/>
            <a:ext cx="4204225" cy="7960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16889" y="11468100"/>
            <a:ext cx="1270159" cy="2247900"/>
          </a:xfrm>
          <a:prstGeom prst="rect">
            <a:avLst/>
          </a:prstGeom>
        </p:spPr>
      </p:pic>
      <p:sp>
        <p:nvSpPr>
          <p:cNvPr id="20" name="Text 3">
            <a:extLst>
              <a:ext uri="{FF2B5EF4-FFF2-40B4-BE49-F238E27FC236}">
                <a16:creationId xmlns:a16="http://schemas.microsoft.com/office/drawing/2014/main" id="{3E33E309-01E3-3DFF-DA6F-148CA072684F}"/>
              </a:ext>
            </a:extLst>
          </p:cNvPr>
          <p:cNvSpPr/>
          <p:nvPr/>
        </p:nvSpPr>
        <p:spPr>
          <a:xfrm>
            <a:off x="16051515" y="12564534"/>
            <a:ext cx="6608354" cy="795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4200"/>
              </a:lnSpc>
            </a:pPr>
            <a:r>
              <a:rPr lang="cs-CZ" sz="3200" dirty="0">
                <a:solidFill>
                  <a:srgbClr val="393185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Vaše jméno a příjmení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183443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32254" y="1270000"/>
            <a:ext cx="9653206" cy="29337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2032254" y="1270000"/>
            <a:ext cx="978022" cy="3175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2032254" y="1270000"/>
            <a:ext cx="317540" cy="317500"/>
          </a:xfrm>
          <a:prstGeom prst="ellipse">
            <a:avLst/>
          </a:prstGeom>
          <a:solidFill>
            <a:srgbClr val="E31E24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2197375" y="1270000"/>
            <a:ext cx="317540" cy="317500"/>
          </a:xfrm>
          <a:prstGeom prst="ellipse">
            <a:avLst/>
          </a:prstGeom>
          <a:solidFill>
            <a:srgbClr val="00A0E3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2362495" y="1270000"/>
            <a:ext cx="317540" cy="317500"/>
          </a:xfrm>
          <a:prstGeom prst="ellipse">
            <a:avLst/>
          </a:prstGeom>
          <a:solidFill>
            <a:srgbClr val="393185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2527616" y="1270000"/>
            <a:ext cx="317540" cy="317500"/>
          </a:xfrm>
          <a:prstGeom prst="ellipse">
            <a:avLst/>
          </a:prstGeom>
          <a:solidFill>
            <a:srgbClr val="EF7F1A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2692737" y="1270000"/>
            <a:ext cx="317540" cy="317500"/>
          </a:xfrm>
          <a:prstGeom prst="ellipse">
            <a:avLst/>
          </a:prstGeom>
          <a:solidFill>
            <a:srgbClr val="E31E24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Text 7"/>
          <p:cNvSpPr/>
          <p:nvPr/>
        </p:nvSpPr>
        <p:spPr>
          <a:xfrm>
            <a:off x="2032254" y="2074635"/>
            <a:ext cx="9987682" cy="1324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0000"/>
              </a:lnSpc>
            </a:pPr>
            <a:r>
              <a:rPr lang="cs-CZ" sz="7900" dirty="0">
                <a:solidFill>
                  <a:srgbClr val="141414">
                    <a:alpha val="100000"/>
                  </a:srgbClr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Projektové řešení</a:t>
            </a:r>
            <a:endParaRPr lang="en-US" sz="7900" dirty="0"/>
          </a:p>
        </p:txBody>
      </p:sp>
      <p:sp>
        <p:nvSpPr>
          <p:cNvPr id="10" name="Shape 8"/>
          <p:cNvSpPr/>
          <p:nvPr/>
        </p:nvSpPr>
        <p:spPr>
          <a:xfrm>
            <a:off x="2032254" y="5143500"/>
            <a:ext cx="19077784" cy="73025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2032254" y="4690836"/>
            <a:ext cx="19992298" cy="787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spcBef>
                <a:spcPts val="1200"/>
              </a:spcBef>
            </a:pP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Týká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se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pouze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maturitní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práce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,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pokud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obsahuje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projekt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,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jinak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lze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nazvat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tento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snímek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„</a:t>
            </a:r>
            <a:r>
              <a:rPr lang="cs-CZ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,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Návrhy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endParaRPr lang="cs-CZ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spcBef>
                <a:spcPts val="1200"/>
              </a:spcBef>
            </a:pP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doporučení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“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apod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.,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nebo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úplně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vynechat</a:t>
            </a:r>
            <a:r>
              <a:rPr lang="cs-CZ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.</a:t>
            </a:r>
          </a:p>
          <a:p>
            <a:pPr algn="just">
              <a:spcBef>
                <a:spcPts val="1200"/>
              </a:spcBef>
            </a:pPr>
            <a:endParaRPr lang="en-US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spcBef>
                <a:spcPts val="1200"/>
              </a:spcBef>
            </a:pP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Jaké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jsou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hlavní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zásady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/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principy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navrhovaného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řešení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? </a:t>
            </a:r>
            <a:endParaRPr lang="cs-CZ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spcBef>
                <a:spcPts val="1200"/>
              </a:spcBef>
            </a:pP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</a:p>
          <a:p>
            <a:pPr algn="just">
              <a:spcBef>
                <a:spcPts val="1200"/>
              </a:spcBef>
            </a:pP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konkrétně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implementace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vámi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navrhovaného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řešení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přinese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praxi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? </a:t>
            </a:r>
            <a:endParaRPr lang="cs-CZ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spcBef>
                <a:spcPts val="1200"/>
              </a:spcBef>
            </a:pPr>
            <a:endParaRPr lang="cs-CZ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spcBef>
                <a:spcPts val="1200"/>
              </a:spcBef>
            </a:pP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Neprezentujte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v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plné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šíři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konkrétní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výstupy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(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grafy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,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tabulky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apod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.), ale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pokuste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se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shrnout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,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jaké</a:t>
            </a:r>
            <a:endParaRPr lang="cs-CZ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spcBef>
                <a:spcPts val="1200"/>
              </a:spcBef>
            </a:pP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nejdůležitější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závěry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jste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učinil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/a.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Rozsah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této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části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by v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ideálním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případě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neměl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překročit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endParaRPr lang="cs-CZ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spcBef>
                <a:spcPts val="1200"/>
              </a:spcBef>
            </a:pP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2 - 3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snímky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. </a:t>
            </a:r>
          </a:p>
          <a:p>
            <a:pPr algn="just">
              <a:lnSpc>
                <a:spcPts val="4200"/>
              </a:lnSpc>
            </a:pPr>
            <a:endParaRPr lang="en-US" sz="38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3116889" y="-2247900"/>
            <a:ext cx="4204225" cy="7960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6889" y="0"/>
            <a:ext cx="1270159" cy="5712808"/>
          </a:xfrm>
          <a:prstGeom prst="rect">
            <a:avLst/>
          </a:prstGeom>
        </p:spPr>
      </p:pic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04100"/>
            <a:ext cx="1257457" cy="6311900"/>
          </a:xfrm>
          <a:prstGeom prst="rect">
            <a:avLst/>
          </a:prstGeom>
        </p:spPr>
      </p:pic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57457" cy="164880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23116889" y="11468100"/>
            <a:ext cx="4204225" cy="7960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16889" y="11468100"/>
            <a:ext cx="1270159" cy="2247900"/>
          </a:xfrm>
          <a:prstGeom prst="rect">
            <a:avLst/>
          </a:prstGeom>
        </p:spPr>
      </p:pic>
      <p:sp>
        <p:nvSpPr>
          <p:cNvPr id="20" name="Text 3">
            <a:extLst>
              <a:ext uri="{FF2B5EF4-FFF2-40B4-BE49-F238E27FC236}">
                <a16:creationId xmlns:a16="http://schemas.microsoft.com/office/drawing/2014/main" id="{3E33E309-01E3-3DFF-DA6F-148CA072684F}"/>
              </a:ext>
            </a:extLst>
          </p:cNvPr>
          <p:cNvSpPr/>
          <p:nvPr/>
        </p:nvSpPr>
        <p:spPr>
          <a:xfrm>
            <a:off x="16051515" y="12564534"/>
            <a:ext cx="6608354" cy="795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4200"/>
              </a:lnSpc>
            </a:pPr>
            <a:r>
              <a:rPr lang="cs-CZ" sz="3200" dirty="0">
                <a:solidFill>
                  <a:srgbClr val="393185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Vaše jméno a příjmení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768301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32254" y="1270000"/>
            <a:ext cx="9653206" cy="29337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2032254" y="1270000"/>
            <a:ext cx="978022" cy="3175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2032254" y="1270000"/>
            <a:ext cx="317540" cy="317500"/>
          </a:xfrm>
          <a:prstGeom prst="ellipse">
            <a:avLst/>
          </a:prstGeom>
          <a:solidFill>
            <a:srgbClr val="E31E24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2197375" y="1270000"/>
            <a:ext cx="317540" cy="317500"/>
          </a:xfrm>
          <a:prstGeom prst="ellipse">
            <a:avLst/>
          </a:prstGeom>
          <a:solidFill>
            <a:srgbClr val="00A0E3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2362495" y="1270000"/>
            <a:ext cx="317540" cy="317500"/>
          </a:xfrm>
          <a:prstGeom prst="ellipse">
            <a:avLst/>
          </a:prstGeom>
          <a:solidFill>
            <a:srgbClr val="393185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2527616" y="1270000"/>
            <a:ext cx="317540" cy="317500"/>
          </a:xfrm>
          <a:prstGeom prst="ellipse">
            <a:avLst/>
          </a:prstGeom>
          <a:solidFill>
            <a:srgbClr val="EF7F1A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2692737" y="1270000"/>
            <a:ext cx="317540" cy="317500"/>
          </a:xfrm>
          <a:prstGeom prst="ellipse">
            <a:avLst/>
          </a:prstGeom>
          <a:solidFill>
            <a:srgbClr val="E31E24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Text 7"/>
          <p:cNvSpPr/>
          <p:nvPr/>
        </p:nvSpPr>
        <p:spPr>
          <a:xfrm>
            <a:off x="2032254" y="2074635"/>
            <a:ext cx="9987682" cy="1324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0000"/>
              </a:lnSpc>
            </a:pPr>
            <a:r>
              <a:rPr lang="cs-CZ" sz="7900" dirty="0">
                <a:solidFill>
                  <a:srgbClr val="141414">
                    <a:alpha val="100000"/>
                  </a:srgbClr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Závěr</a:t>
            </a:r>
            <a:endParaRPr lang="en-US" sz="7900" dirty="0"/>
          </a:p>
        </p:txBody>
      </p:sp>
      <p:sp>
        <p:nvSpPr>
          <p:cNvPr id="10" name="Shape 8"/>
          <p:cNvSpPr/>
          <p:nvPr/>
        </p:nvSpPr>
        <p:spPr>
          <a:xfrm>
            <a:off x="2032254" y="5143500"/>
            <a:ext cx="19077784" cy="73025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2032254" y="4690836"/>
            <a:ext cx="19992298" cy="787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Dosáhl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/a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jste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cílů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,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které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jste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si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stanovil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/a?</a:t>
            </a:r>
            <a:endParaRPr lang="cs-CZ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endParaRPr lang="en-US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Jak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Vás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osobně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práce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na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daném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tématu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obohatila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? </a:t>
            </a:r>
            <a:endParaRPr lang="cs-CZ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endParaRPr lang="en-US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Jakým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způsobem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by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bylo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možno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(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nebo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nutno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)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na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zkoumání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daného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problému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pokračovat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? </a:t>
            </a:r>
            <a:endParaRPr lang="cs-CZ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endParaRPr lang="en-US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čem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přesně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spočívá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Váš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osobní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přínos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k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řešení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problematiky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? </a:t>
            </a:r>
          </a:p>
          <a:p>
            <a:pPr algn="just">
              <a:lnSpc>
                <a:spcPts val="4200"/>
              </a:lnSpc>
            </a:pPr>
            <a:endParaRPr lang="en-US" sz="38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3116889" y="-2247900"/>
            <a:ext cx="4204225" cy="7960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6889" y="0"/>
            <a:ext cx="1270159" cy="5712808"/>
          </a:xfrm>
          <a:prstGeom prst="rect">
            <a:avLst/>
          </a:prstGeom>
        </p:spPr>
      </p:pic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04100"/>
            <a:ext cx="1257457" cy="6311900"/>
          </a:xfrm>
          <a:prstGeom prst="rect">
            <a:avLst/>
          </a:prstGeom>
        </p:spPr>
      </p:pic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57457" cy="164880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23116889" y="11468100"/>
            <a:ext cx="4204225" cy="7960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16889" y="11468100"/>
            <a:ext cx="1270159" cy="2247900"/>
          </a:xfrm>
          <a:prstGeom prst="rect">
            <a:avLst/>
          </a:prstGeom>
        </p:spPr>
      </p:pic>
      <p:sp>
        <p:nvSpPr>
          <p:cNvPr id="20" name="Text 3">
            <a:extLst>
              <a:ext uri="{FF2B5EF4-FFF2-40B4-BE49-F238E27FC236}">
                <a16:creationId xmlns:a16="http://schemas.microsoft.com/office/drawing/2014/main" id="{3E33E309-01E3-3DFF-DA6F-148CA072684F}"/>
              </a:ext>
            </a:extLst>
          </p:cNvPr>
          <p:cNvSpPr/>
          <p:nvPr/>
        </p:nvSpPr>
        <p:spPr>
          <a:xfrm>
            <a:off x="16051515" y="12564534"/>
            <a:ext cx="6608354" cy="795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4200"/>
              </a:lnSpc>
            </a:pPr>
            <a:r>
              <a:rPr lang="cs-CZ" sz="3200" dirty="0">
                <a:solidFill>
                  <a:srgbClr val="393185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Vaše jméno a příjmení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728873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32254" y="1270000"/>
            <a:ext cx="9653206" cy="29337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2032254" y="1270000"/>
            <a:ext cx="978022" cy="3175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2032254" y="1270000"/>
            <a:ext cx="317540" cy="317500"/>
          </a:xfrm>
          <a:prstGeom prst="ellipse">
            <a:avLst/>
          </a:prstGeom>
          <a:solidFill>
            <a:srgbClr val="E31E24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2197375" y="1270000"/>
            <a:ext cx="317540" cy="317500"/>
          </a:xfrm>
          <a:prstGeom prst="ellipse">
            <a:avLst/>
          </a:prstGeom>
          <a:solidFill>
            <a:srgbClr val="00A0E3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2362495" y="1270000"/>
            <a:ext cx="317540" cy="317500"/>
          </a:xfrm>
          <a:prstGeom prst="ellipse">
            <a:avLst/>
          </a:prstGeom>
          <a:solidFill>
            <a:srgbClr val="393185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2527616" y="1270000"/>
            <a:ext cx="317540" cy="317500"/>
          </a:xfrm>
          <a:prstGeom prst="ellipse">
            <a:avLst/>
          </a:prstGeom>
          <a:solidFill>
            <a:srgbClr val="EF7F1A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2692737" y="1270000"/>
            <a:ext cx="317540" cy="317500"/>
          </a:xfrm>
          <a:prstGeom prst="ellipse">
            <a:avLst/>
          </a:prstGeom>
          <a:solidFill>
            <a:srgbClr val="E31E24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Text 7"/>
          <p:cNvSpPr/>
          <p:nvPr/>
        </p:nvSpPr>
        <p:spPr>
          <a:xfrm>
            <a:off x="2032254" y="2074635"/>
            <a:ext cx="9987682" cy="1324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0000"/>
              </a:lnSpc>
            </a:pPr>
            <a:r>
              <a:rPr lang="cs-CZ" sz="7900" dirty="0">
                <a:solidFill>
                  <a:srgbClr val="141414">
                    <a:alpha val="100000"/>
                  </a:srgbClr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Otázky</a:t>
            </a:r>
            <a:endParaRPr lang="en-US" sz="7900" dirty="0"/>
          </a:p>
        </p:txBody>
      </p:sp>
      <p:sp>
        <p:nvSpPr>
          <p:cNvPr id="10" name="Shape 8"/>
          <p:cNvSpPr/>
          <p:nvPr/>
        </p:nvSpPr>
        <p:spPr>
          <a:xfrm>
            <a:off x="2032254" y="5143500"/>
            <a:ext cx="19077784" cy="73025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2032254" y="4690836"/>
            <a:ext cx="19992298" cy="787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Xxx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?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Yyy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?</a:t>
            </a:r>
            <a:endParaRPr lang="cs-CZ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Zzz? 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endParaRPr lang="en-US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Vaše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prezentace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skončila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předchozím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snímkem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. Po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něm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následuje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vyjádření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vedoucího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práce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br>
              <a:rPr lang="cs-CZ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</a:b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oponenta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.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Doporučuje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se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na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tento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snímek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umístit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otázky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oponenta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(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vedoucího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),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případně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podstatné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informace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k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Vašim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odpovědím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,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na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něž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se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dostane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po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přečtení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posudků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.</a:t>
            </a:r>
          </a:p>
          <a:p>
            <a:pPr algn="just">
              <a:lnSpc>
                <a:spcPts val="4200"/>
              </a:lnSpc>
            </a:pPr>
            <a:endParaRPr lang="en-US" sz="38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3116889" y="-2247900"/>
            <a:ext cx="4204225" cy="7960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6889" y="0"/>
            <a:ext cx="1270159" cy="5712808"/>
          </a:xfrm>
          <a:prstGeom prst="rect">
            <a:avLst/>
          </a:prstGeom>
        </p:spPr>
      </p:pic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04100"/>
            <a:ext cx="1257457" cy="6311900"/>
          </a:xfrm>
          <a:prstGeom prst="rect">
            <a:avLst/>
          </a:prstGeom>
        </p:spPr>
      </p:pic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57457" cy="164880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23116889" y="11468100"/>
            <a:ext cx="4204225" cy="7960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16889" y="11468100"/>
            <a:ext cx="1270159" cy="2247900"/>
          </a:xfrm>
          <a:prstGeom prst="rect">
            <a:avLst/>
          </a:prstGeom>
        </p:spPr>
      </p:pic>
      <p:sp>
        <p:nvSpPr>
          <p:cNvPr id="20" name="Text 3">
            <a:extLst>
              <a:ext uri="{FF2B5EF4-FFF2-40B4-BE49-F238E27FC236}">
                <a16:creationId xmlns:a16="http://schemas.microsoft.com/office/drawing/2014/main" id="{3E33E309-01E3-3DFF-DA6F-148CA072684F}"/>
              </a:ext>
            </a:extLst>
          </p:cNvPr>
          <p:cNvSpPr/>
          <p:nvPr/>
        </p:nvSpPr>
        <p:spPr>
          <a:xfrm>
            <a:off x="16051515" y="12564534"/>
            <a:ext cx="6608354" cy="795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4200"/>
              </a:lnSpc>
            </a:pPr>
            <a:r>
              <a:rPr lang="cs-CZ" sz="3200" dirty="0">
                <a:solidFill>
                  <a:srgbClr val="393185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Vaše jméno a příjmení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504564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16889" y="-2247900"/>
            <a:ext cx="4204225" cy="7960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6889" y="0"/>
            <a:ext cx="1270159" cy="571280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04100"/>
            <a:ext cx="1257457" cy="63119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57457" cy="1648809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23116889" y="11468100"/>
            <a:ext cx="4204225" cy="7960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16889" y="11468100"/>
            <a:ext cx="1270159" cy="2247900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2794349" y="5105400"/>
            <a:ext cx="18798350" cy="34925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9" name="Text 3"/>
          <p:cNvSpPr/>
          <p:nvPr/>
        </p:nvSpPr>
        <p:spPr>
          <a:xfrm>
            <a:off x="2497979" y="5105400"/>
            <a:ext cx="19391090" cy="2878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8000"/>
              </a:lnSpc>
            </a:pPr>
            <a:r>
              <a:rPr lang="en-US" sz="14000" dirty="0">
                <a:solidFill>
                  <a:srgbClr val="141414">
                    <a:alpha val="100000"/>
                  </a:srgbClr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Děkuji za pozornost</a:t>
            </a:r>
            <a:endParaRPr lang="en-US" sz="14000" dirty="0"/>
          </a:p>
        </p:txBody>
      </p:sp>
      <p:sp>
        <p:nvSpPr>
          <p:cNvPr id="10" name="Text 4"/>
          <p:cNvSpPr/>
          <p:nvPr/>
        </p:nvSpPr>
        <p:spPr>
          <a:xfrm>
            <a:off x="2688503" y="7645400"/>
            <a:ext cx="19010043" cy="1164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7500"/>
              </a:lnSpc>
            </a:pPr>
            <a:r>
              <a:rPr lang="cs-CZ" sz="5000" dirty="0">
                <a:solidFill>
                  <a:srgbClr val="141414">
                    <a:alpha val="100000"/>
                  </a:srgbClr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Vaše jméno a příjmení</a:t>
            </a:r>
            <a:endParaRPr lang="en-US" sz="5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322</Words>
  <Application>Microsoft Office PowerPoint</Application>
  <PresentationFormat>Vlastní</PresentationFormat>
  <Paragraphs>56</Paragraphs>
  <Slides>7</Slides>
  <Notes>7</Notes>
  <HiddenSlides>0</HiddenSlides>
  <MMClips>0</MMClips>
  <ScaleCrop>false</ScaleCrop>
  <HeadingPairs>
    <vt:vector size="6" baseType="variant">
      <vt:variant>
        <vt:lpstr>Použitá písma</vt:lpstr>
      </vt:variant>
      <vt:variant>
        <vt:i4>6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7</vt:i4>
      </vt:variant>
    </vt:vector>
  </HeadingPairs>
  <TitlesOfParts>
    <vt:vector size="14" baseType="lpstr">
      <vt:lpstr>Arial</vt:lpstr>
      <vt:lpstr>Calibri</vt:lpstr>
      <vt:lpstr>Poppins Bold</vt:lpstr>
      <vt:lpstr>Poppins Light</vt:lpstr>
      <vt:lpstr>Poppins Medium</vt:lpstr>
      <vt:lpstr>Poppins SemiBold</vt:lpstr>
      <vt:lpstr>Office Theme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Pavlína Bednaříková</cp:lastModifiedBy>
  <cp:revision>2</cp:revision>
  <dcterms:created xsi:type="dcterms:W3CDTF">2023-07-13T10:53:51Z</dcterms:created>
  <dcterms:modified xsi:type="dcterms:W3CDTF">2023-09-19T11:41:29Z</dcterms:modified>
</cp:coreProperties>
</file>